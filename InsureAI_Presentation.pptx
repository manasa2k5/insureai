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00938-E45E-6937-6516-E739910BC5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878056-DA8B-BEA6-B5D5-D920B873AE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4CF131-A1AA-868D-3291-B84777497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0E778-1C0D-9DFA-4131-732042746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AC642-0A46-BB8C-F10C-B993A517E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36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914DD-790B-02AF-4B40-D5F1062B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3FC27A-DCFC-0928-D079-19800FAED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D1922-8FD1-8680-46C3-E12D0D462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CD5782-8C8A-2700-B8EC-CC90A1346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E7006-4931-5B2A-E33F-D1B81DF2D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8962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38E2-A9BD-633A-3A43-03EFDF64D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1A01FE-0637-78D9-5F97-90A25EFDD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9EF81-EC9A-76D4-0D3E-891745659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3DF8F-9717-D89B-0564-3DB84A032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D22D1B-BB2A-D95E-8BFB-1C250BB1C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585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FF4AB-17FC-A9DA-5FA4-7A5F30900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4A10F-F07E-0E63-B48E-13F0BD4AC1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816DC5-A9E3-3269-6668-188B018AE1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822363-8BC9-7E97-9E0D-D6C2E0974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B6A67-C1EC-9FDD-1115-BF5C5E6A7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C7769-6355-D9E7-EB4A-2DDDA81FE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598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15151-092D-4162-3B3F-B1D041D7A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DE3EB-2E2F-C2AF-4AC8-6B61ACEB2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7E839B-8C57-48C6-0D9E-6790CC5CEA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90201-38D2-8A30-A7BD-9D370FFEC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5E763F-245E-6125-8046-39E1AECBEE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30EAB8-1C46-A60D-3B78-6998855D2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1403BE-49A4-194C-94B2-56CB7DB1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701387-3B71-8DE7-2359-6D3D20C5E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3070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A3D37-1BA4-7938-AF13-2C8F9C79D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DA86EB-3796-CE64-60FF-E5D57F590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E11275-3369-E885-1A5F-EB061745D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EDCE01-E33A-71DD-41F1-C9C5A2B66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894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342443-560B-3AFF-6D35-9E5654715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C087C6-2557-AC04-AD0B-A2F569EF9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CE0C3-97D7-841A-664E-94DA20BC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865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C5FA3-FAAD-A10C-89B2-C13B14796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88EDC-6CE0-AFCF-BD4D-CB075D81BB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CDEEA-10E0-D977-E2CC-F56C91D33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C080FB-917D-DF3C-594B-61149144B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990AB9-D81F-AE86-3DC6-E1ACCAA24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88E0AE-91CD-5A71-6BD4-2D5E7B9F3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17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818EF-D291-F8FA-9580-DE039809A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3EE258-F056-9911-5FD4-133AAF4F83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639DC-A2CE-761E-55E3-049F205F94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176C9-84A8-E7A7-1B28-5897683D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288F8-3E55-D295-01C6-239BD69F8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1EB0BC-604E-0963-5D57-238D17BD2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131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31DB5-CEC9-D2A5-BE3E-F1643F9E7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453FA2-2427-71CE-ABC9-70C0AE90FE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41C3E-505D-016C-BBF8-D990239B8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D47EF8-F0EE-5903-A2BE-8B0F61396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644C6-1B5F-6403-E673-71A3B8E96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046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F1D5FE-1AB2-D70D-B93B-933CB63EE3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E75AC2-30CA-A501-D83C-79A203985A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69395-AB2D-6D47-8AB1-27525A621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4AC1E3-D615-1CE9-11F3-BDB893F71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F44FF-F321-F5A8-B7AD-14EEDFFA6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5875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333B62-7F20-FAED-A225-27FB24C7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750A0-727B-F22E-FF8C-A37B3C369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35245E-0B95-0DCA-2B0A-A39DAE4F85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49016D-172F-40E1-AEE3-940498F5B053}" type="datetimeFigureOut">
              <a:rPr lang="en-IN" smtClean="0"/>
              <a:t>20-03-2026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0DD889-3209-0AB0-14B8-887792C8E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B4C8E-38E1-841A-7BB6-4FD10371E9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41DF2-7FFC-4696-9A1B-A13D2319C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46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0801F9-F6AE-C7BE-E3DC-E0FB69A90B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21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83FF96-C9BD-3EE4-7FCC-D5D573438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3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03CB9A-1006-697B-AFD3-620D26F0D5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712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9CC79F-41C5-7114-115A-D3BE551C98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70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0BA384-31B8-D755-673D-5E01A0BCB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7487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Manasa</dc:creator>
  <cp:lastModifiedBy>R Manasa</cp:lastModifiedBy>
  <cp:revision>1</cp:revision>
  <dcterms:created xsi:type="dcterms:W3CDTF">2026-03-20T14:55:05Z</dcterms:created>
  <dcterms:modified xsi:type="dcterms:W3CDTF">2026-03-20T14:55:21Z</dcterms:modified>
</cp:coreProperties>
</file>